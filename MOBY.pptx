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6" r:id="rId3"/>
    <p:sldId id="266" r:id="rId4"/>
    <p:sldId id="258" r:id="rId5"/>
    <p:sldId id="261" r:id="rId6"/>
    <p:sldId id="262" r:id="rId7"/>
    <p:sldId id="263" r:id="rId8"/>
    <p:sldId id="264" r:id="rId9"/>
    <p:sldId id="267" r:id="rId10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ndardabschnitt" id="{539EE726-5B88-457F-9456-C1583DF369B3}">
          <p14:sldIdLst>
            <p14:sldId id="259"/>
            <p14:sldId id="256"/>
          </p14:sldIdLst>
        </p14:section>
        <p14:section name="Zusammenfassungsabschnitt" id="{52167805-F405-4BA8-A49B-818E3912F902}">
          <p14:sldIdLst>
            <p14:sldId id="266"/>
          </p14:sldIdLst>
        </p14:section>
        <p14:section name="Abschnitt 1" id="{450F0C72-951D-4711-AF54-3B952D37E8CC}">
          <p14:sldIdLst>
            <p14:sldId id="258"/>
          </p14:sldIdLst>
        </p14:section>
        <p14:section name="Abschnitt 2" id="{2C76E8D4-14F5-4CAD-AEE1-A691AC832BEA}">
          <p14:sldIdLst>
            <p14:sldId id="261"/>
          </p14:sldIdLst>
        </p14:section>
        <p14:section name="Abschnitt 3" id="{EBFA0A38-8E55-4820-81DE-129F3D524CA5}">
          <p14:sldIdLst>
            <p14:sldId id="262"/>
          </p14:sldIdLst>
        </p14:section>
        <p14:section name="Abschnitt 4" id="{62B52363-06D5-4626-BAC2-6FA8538CB2CC}">
          <p14:sldIdLst>
            <p14:sldId id="263"/>
            <p14:sldId id="264"/>
          </p14:sldIdLst>
        </p14:section>
        <p14:section name="Abschnitt 5" id="{3D780D2A-CF7A-46BF-ACA7-93A895F67487}">
          <p14:sldIdLst>
            <p14:sldId id="267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7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BD58DE2-9C39-A501-77C7-4759EB21AA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6A964219-BEB8-0013-1306-F7231F4D2E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BA7B676-ED29-7B59-3A02-17FD995E3D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222A2-039B-49C9-84E2-2C0EB648AAD6}" type="datetimeFigureOut">
              <a:rPr lang="de-CH" smtClean="0"/>
              <a:t>26.01.2023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4ED7495-0A22-95CD-B061-1657D127A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701EC03-4633-D85C-68C6-C43996ED6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D1471-57BE-4C9F-8F4C-A0CD775D8023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9457160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9B80292-EF24-E84A-4ED1-150A574B71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EC87A76-5C1E-7A00-17C2-DC4F51C909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F3CFF52-EA24-8A43-056B-F938DE6DA7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222A2-039B-49C9-84E2-2C0EB648AAD6}" type="datetimeFigureOut">
              <a:rPr lang="de-CH" smtClean="0"/>
              <a:t>26.01.2023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CBFC3C3-9F66-71E6-86E1-95572AEFE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C5B6C02-4DE0-CD70-BDE5-29B3C1AA1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D1471-57BE-4C9F-8F4C-A0CD775D8023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2416705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431AE1-B0B7-5D3F-B35F-D729665A72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2C01AE4-9359-F0C9-2E39-7B2EB04DB1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2CD4613-53CF-4C7F-576A-2F6A1D9DB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222A2-039B-49C9-84E2-2C0EB648AAD6}" type="datetimeFigureOut">
              <a:rPr lang="de-CH" smtClean="0"/>
              <a:t>26.01.2023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511C891-9F2B-61F2-AA41-14D923FAB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14CF2D-2A76-B9F4-AED9-D7851822B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D1471-57BE-4C9F-8F4C-A0CD775D8023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1274775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0F7DB3D-D7F1-F39A-A8B8-56AF0FD55C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2155B62-FF29-ACF7-F3CB-3425A5D0F8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C8D62FB-7073-8C0E-D79F-97B6E612BB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DA1BC32-484E-5C9E-A71E-7B892BDF8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222A2-039B-49C9-84E2-2C0EB648AAD6}" type="datetimeFigureOut">
              <a:rPr lang="de-CH" smtClean="0"/>
              <a:t>26.01.2023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DD267D4-5234-57E9-C8B9-BB1BA9BECD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A6AAC1B-5691-4A9D-45CA-A989DF4C3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D1471-57BE-4C9F-8F4C-A0CD775D8023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8134081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83BF97A-F972-C077-DF46-8BB6BE4C7F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998DE3E-6B4E-935C-3FF8-14627078CF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942DB59-A570-4006-CA6F-3A7DFE7DA9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E7169886-CED2-F0F6-ECFA-E9081FFFBA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57ADD590-8163-3E53-F9F4-4C6A3E6DBB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FD7B8329-0DCC-EA3C-DD09-3F0C9E4319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222A2-039B-49C9-84E2-2C0EB648AAD6}" type="datetimeFigureOut">
              <a:rPr lang="de-CH" smtClean="0"/>
              <a:t>26.01.2023</a:t>
            </a:fld>
            <a:endParaRPr lang="de-CH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9858F3BB-9329-403C-8E4F-CB43391A7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03083424-3884-F7A5-FB05-C5A9521AB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D1471-57BE-4C9F-8F4C-A0CD775D8023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5226677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C5E8E35-079C-D889-0716-C3A55107F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E22D8CC-0675-1BC6-C813-7EFA2EBE03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222A2-039B-49C9-84E2-2C0EB648AAD6}" type="datetimeFigureOut">
              <a:rPr lang="de-CH" smtClean="0"/>
              <a:t>26.01.2023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E319B8B-5B15-CF59-2E4F-AC15F090C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8425D08-04BD-E40D-3BAE-497CCA358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D1471-57BE-4C9F-8F4C-A0CD775D8023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6092044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78268CA2-615A-1967-2897-7EEF46DA62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222A2-039B-49C9-84E2-2C0EB648AAD6}" type="datetimeFigureOut">
              <a:rPr lang="de-CH" smtClean="0"/>
              <a:t>26.01.2023</a:t>
            </a:fld>
            <a:endParaRPr lang="de-CH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8DE52B89-C27C-6F41-1E46-0DEF6F8FD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D8156F7-84A1-2302-527D-80A0C5D2B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D1471-57BE-4C9F-8F4C-A0CD775D8023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1599766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2DF5295-E450-0982-DAA7-3654991FFB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B6C80E8-320C-9B83-6C1E-92A6E43659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8C3419D-65CE-9718-7F04-BB7949D101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4491703-477C-9566-6221-3BA01D6ED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222A2-039B-49C9-84E2-2C0EB648AAD6}" type="datetimeFigureOut">
              <a:rPr lang="de-CH" smtClean="0"/>
              <a:t>26.01.2023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4537E60-49C6-393B-BDB5-53D50B0E1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EC342C1-3AB1-FD78-61BE-06E1FC444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D1471-57BE-4C9F-8F4C-A0CD775D8023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8175433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692F713-3B47-DCC2-F1D3-1B4A854F6E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9CE89A3D-680B-457E-3B2B-97CD5B2D4B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CH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3AA8B8A-9B7E-083A-5193-EE040CC394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ECC7E5B-BEAD-0C7C-B3A6-8DE84235E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222A2-039B-49C9-84E2-2C0EB648AAD6}" type="datetimeFigureOut">
              <a:rPr lang="de-CH" smtClean="0"/>
              <a:t>26.01.2023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6321DFB-3BD7-5866-F28A-1F2E8CD47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1EF2955-84A7-F53B-9EA2-FDF101092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D1471-57BE-4C9F-8F4C-A0CD775D8023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7962202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51A9D71-3113-F887-C37C-FE6C51162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ECCB009E-EA03-1DF5-0B1F-BE2F8293EC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99AE46F-D26A-1885-915E-9715BBE9D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222A2-039B-49C9-84E2-2C0EB648AAD6}" type="datetimeFigureOut">
              <a:rPr lang="de-CH" smtClean="0"/>
              <a:t>26.01.2023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E689C9E-CE9A-38AB-993D-39848D671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5E6DA9C-E451-BEEC-AD39-B69CB3CAC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D1471-57BE-4C9F-8F4C-A0CD775D8023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979643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67CA8FCE-214C-991A-3D5B-AE6E3C7917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E51FBFC2-A0FF-3B5F-7C50-B19FFE6F00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0F9D7FB-DC54-F45D-C080-D67E1460F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222A2-039B-49C9-84E2-2C0EB648AAD6}" type="datetimeFigureOut">
              <a:rPr lang="de-CH" smtClean="0"/>
              <a:t>26.01.2023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B0833C2-3E8F-DFFE-102D-5B882CF9C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D296A42-C4E9-077C-4BA1-D7F8F24A9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D1471-57BE-4C9F-8F4C-A0CD775D8023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7782965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B96159A7-6A69-30EF-E9EF-C6CD19281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5906C49-A497-FD0D-D598-0DFA6AF1F1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8CBF9B5-E731-111A-7B93-959F360D7F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4222A2-039B-49C9-84E2-2C0EB648AAD6}" type="datetimeFigureOut">
              <a:rPr lang="de-CH" smtClean="0"/>
              <a:t>26.01.2023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EBC72C0-B7FB-7E7A-767B-762AC0AFEA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1E7EA5F-2B43-99B1-8B96-1773704E28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BD1471-57BE-4C9F-8F4C-A0CD775D8023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012164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" Target="slide6.xml"/><Relationship Id="rId3" Type="http://schemas.openxmlformats.org/officeDocument/2006/relationships/image" Target="../media/image5.png"/><Relationship Id="rId7" Type="http://schemas.openxmlformats.org/officeDocument/2006/relationships/slide" Target="slide5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slide" Target="slide4.xml"/><Relationship Id="rId5" Type="http://schemas.openxmlformats.org/officeDocument/2006/relationships/image" Target="../media/image7.png"/><Relationship Id="rId10" Type="http://schemas.openxmlformats.org/officeDocument/2006/relationships/image" Target="../media/image8.png"/><Relationship Id="rId4" Type="http://schemas.openxmlformats.org/officeDocument/2006/relationships/image" Target="../media/image6.png"/><Relationship Id="rId9" Type="http://schemas.openxmlformats.org/officeDocument/2006/relationships/slide" Target="slide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2" name="Rectangle 71">
            <a:extLst>
              <a:ext uri="{FF2B5EF4-FFF2-40B4-BE49-F238E27FC236}">
                <a16:creationId xmlns:a16="http://schemas.microsoft.com/office/drawing/2014/main" id="{AC8EEB0F-BA72-49AC-956F-331B60FDE7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pic>
        <p:nvPicPr>
          <p:cNvPr id="5" name="Grafik 4" descr="Ein Bild, das draußen, Tag enthält.&#10;&#10;Automatisch generierte Beschreibung">
            <a:extLst>
              <a:ext uri="{FF2B5EF4-FFF2-40B4-BE49-F238E27FC236}">
                <a16:creationId xmlns:a16="http://schemas.microsoft.com/office/drawing/2014/main" id="{522DEB69-EF29-341A-E041-359B2BCC7B7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855" r="-1" b="-1"/>
          <a:stretch/>
        </p:blipFill>
        <p:spPr>
          <a:xfrm>
            <a:off x="-1219" y="-8"/>
            <a:ext cx="12191695" cy="6858000"/>
          </a:xfrm>
          <a:prstGeom prst="rect">
            <a:avLst/>
          </a:prstGeom>
        </p:spPr>
      </p:pic>
      <p:sp>
        <p:nvSpPr>
          <p:cNvPr id="74" name="Freeform: Shape 73">
            <a:extLst>
              <a:ext uri="{FF2B5EF4-FFF2-40B4-BE49-F238E27FC236}">
                <a16:creationId xmlns:a16="http://schemas.microsoft.com/office/drawing/2014/main" id="{8CC700D5-9809-43F4-89D5-7DBBCB0DCC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84996" y="1290918"/>
            <a:ext cx="4656579" cy="4208733"/>
          </a:xfrm>
          <a:custGeom>
            <a:avLst/>
            <a:gdLst>
              <a:gd name="connsiteX0" fmla="*/ 2180840 w 3810827"/>
              <a:gd name="connsiteY0" fmla="*/ 0 h 3634591"/>
              <a:gd name="connsiteX1" fmla="*/ 2866380 w 3810827"/>
              <a:gd name="connsiteY1" fmla="*/ 145165 h 3634591"/>
              <a:gd name="connsiteX2" fmla="*/ 3366366 w 3810827"/>
              <a:gd name="connsiteY2" fmla="*/ 536835 h 3634591"/>
              <a:gd name="connsiteX3" fmla="*/ 3810827 w 3810827"/>
              <a:gd name="connsiteY3" fmla="*/ 1924156 h 3634591"/>
              <a:gd name="connsiteX4" fmla="*/ 3612844 w 3810827"/>
              <a:gd name="connsiteY4" fmla="*/ 2493111 h 3634591"/>
              <a:gd name="connsiteX5" fmla="*/ 3026664 w 3810827"/>
              <a:gd name="connsiteY5" fmla="*/ 3022891 h 3634591"/>
              <a:gd name="connsiteX6" fmla="*/ 2897783 w 3810827"/>
              <a:gd name="connsiteY6" fmla="*/ 3124233 h 3634591"/>
              <a:gd name="connsiteX7" fmla="*/ 1838765 w 3810827"/>
              <a:gd name="connsiteY7" fmla="*/ 3634591 h 3634591"/>
              <a:gd name="connsiteX8" fmla="*/ 443724 w 3810827"/>
              <a:gd name="connsiteY8" fmla="*/ 2805020 h 3634591"/>
              <a:gd name="connsiteX9" fmla="*/ 295053 w 3810827"/>
              <a:gd name="connsiteY9" fmla="*/ 2592792 h 3634591"/>
              <a:gd name="connsiteX10" fmla="*/ 0 w 3810827"/>
              <a:gd name="connsiteY10" fmla="*/ 1924156 h 3634591"/>
              <a:gd name="connsiteX11" fmla="*/ 178275 w 3810827"/>
              <a:gd name="connsiteY11" fmla="*/ 1204061 h 3634591"/>
              <a:gd name="connsiteX12" fmla="*/ 669921 w 3810827"/>
              <a:gd name="connsiteY12" fmla="*/ 585306 h 3634591"/>
              <a:gd name="connsiteX13" fmla="*/ 1380730 w 3810827"/>
              <a:gd name="connsiteY13" fmla="*/ 156203 h 3634591"/>
              <a:gd name="connsiteX14" fmla="*/ 2180840 w 3810827"/>
              <a:gd name="connsiteY14" fmla="*/ 0 h 3634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810827" h="3634591">
                <a:moveTo>
                  <a:pt x="2180840" y="0"/>
                </a:moveTo>
                <a:cubicBezTo>
                  <a:pt x="2431406" y="0"/>
                  <a:pt x="2662018" y="48886"/>
                  <a:pt x="2866380" y="145165"/>
                </a:cubicBezTo>
                <a:cubicBezTo>
                  <a:pt x="3057903" y="235467"/>
                  <a:pt x="3226119" y="367269"/>
                  <a:pt x="3366366" y="536835"/>
                </a:cubicBezTo>
                <a:cubicBezTo>
                  <a:pt x="3652997" y="883519"/>
                  <a:pt x="3810827" y="1376199"/>
                  <a:pt x="3810827" y="1924156"/>
                </a:cubicBezTo>
                <a:cubicBezTo>
                  <a:pt x="3810827" y="2142775"/>
                  <a:pt x="3749739" y="2318234"/>
                  <a:pt x="3612844" y="2493111"/>
                </a:cubicBezTo>
                <a:cubicBezTo>
                  <a:pt x="3469652" y="2676041"/>
                  <a:pt x="3254495" y="2844528"/>
                  <a:pt x="3026664" y="3022891"/>
                </a:cubicBezTo>
                <a:cubicBezTo>
                  <a:pt x="2984630" y="3055759"/>
                  <a:pt x="2941206" y="3089789"/>
                  <a:pt x="2897783" y="3124233"/>
                </a:cubicBezTo>
                <a:cubicBezTo>
                  <a:pt x="2509094" y="3432490"/>
                  <a:pt x="2225408" y="3634591"/>
                  <a:pt x="1838765" y="3634591"/>
                </a:cubicBezTo>
                <a:cubicBezTo>
                  <a:pt x="1249640" y="3634591"/>
                  <a:pt x="832413" y="3386508"/>
                  <a:pt x="443724" y="2805020"/>
                </a:cubicBezTo>
                <a:cubicBezTo>
                  <a:pt x="392859" y="2728910"/>
                  <a:pt x="343138" y="2659690"/>
                  <a:pt x="295053" y="2592792"/>
                </a:cubicBezTo>
                <a:cubicBezTo>
                  <a:pt x="95761" y="2315411"/>
                  <a:pt x="0" y="2171160"/>
                  <a:pt x="0" y="1924156"/>
                </a:cubicBezTo>
                <a:cubicBezTo>
                  <a:pt x="0" y="1678896"/>
                  <a:pt x="60024" y="1436622"/>
                  <a:pt x="178275" y="1204061"/>
                </a:cubicBezTo>
                <a:cubicBezTo>
                  <a:pt x="293990" y="976561"/>
                  <a:pt x="459425" y="768319"/>
                  <a:pt x="669921" y="585306"/>
                </a:cubicBezTo>
                <a:cubicBezTo>
                  <a:pt x="876818" y="405365"/>
                  <a:pt x="1122558" y="256964"/>
                  <a:pt x="1380730" y="156203"/>
                </a:cubicBezTo>
                <a:cubicBezTo>
                  <a:pt x="1645852" y="52539"/>
                  <a:pt x="1915145" y="0"/>
                  <a:pt x="2180840" y="0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6" name="Freeform: Shape 75">
            <a:extLst>
              <a:ext uri="{FF2B5EF4-FFF2-40B4-BE49-F238E27FC236}">
                <a16:creationId xmlns:a16="http://schemas.microsoft.com/office/drawing/2014/main" id="{C7163242-6303-46DC-BAC1-2A204F0613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207827" y="1378821"/>
            <a:ext cx="4333482" cy="4018869"/>
          </a:xfrm>
          <a:custGeom>
            <a:avLst/>
            <a:gdLst>
              <a:gd name="connsiteX0" fmla="*/ 2180840 w 3810827"/>
              <a:gd name="connsiteY0" fmla="*/ 0 h 3634591"/>
              <a:gd name="connsiteX1" fmla="*/ 2866380 w 3810827"/>
              <a:gd name="connsiteY1" fmla="*/ 145165 h 3634591"/>
              <a:gd name="connsiteX2" fmla="*/ 3366366 w 3810827"/>
              <a:gd name="connsiteY2" fmla="*/ 536835 h 3634591"/>
              <a:gd name="connsiteX3" fmla="*/ 3810827 w 3810827"/>
              <a:gd name="connsiteY3" fmla="*/ 1924156 h 3634591"/>
              <a:gd name="connsiteX4" fmla="*/ 3612844 w 3810827"/>
              <a:gd name="connsiteY4" fmla="*/ 2493111 h 3634591"/>
              <a:gd name="connsiteX5" fmla="*/ 3026664 w 3810827"/>
              <a:gd name="connsiteY5" fmla="*/ 3022891 h 3634591"/>
              <a:gd name="connsiteX6" fmla="*/ 2897783 w 3810827"/>
              <a:gd name="connsiteY6" fmla="*/ 3124233 h 3634591"/>
              <a:gd name="connsiteX7" fmla="*/ 1838765 w 3810827"/>
              <a:gd name="connsiteY7" fmla="*/ 3634591 h 3634591"/>
              <a:gd name="connsiteX8" fmla="*/ 443724 w 3810827"/>
              <a:gd name="connsiteY8" fmla="*/ 2805020 h 3634591"/>
              <a:gd name="connsiteX9" fmla="*/ 295053 w 3810827"/>
              <a:gd name="connsiteY9" fmla="*/ 2592792 h 3634591"/>
              <a:gd name="connsiteX10" fmla="*/ 0 w 3810827"/>
              <a:gd name="connsiteY10" fmla="*/ 1924156 h 3634591"/>
              <a:gd name="connsiteX11" fmla="*/ 178275 w 3810827"/>
              <a:gd name="connsiteY11" fmla="*/ 1204061 h 3634591"/>
              <a:gd name="connsiteX12" fmla="*/ 669921 w 3810827"/>
              <a:gd name="connsiteY12" fmla="*/ 585306 h 3634591"/>
              <a:gd name="connsiteX13" fmla="*/ 1380730 w 3810827"/>
              <a:gd name="connsiteY13" fmla="*/ 156203 h 3634591"/>
              <a:gd name="connsiteX14" fmla="*/ 2180840 w 3810827"/>
              <a:gd name="connsiteY14" fmla="*/ 0 h 3634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810827" h="3634591">
                <a:moveTo>
                  <a:pt x="2180840" y="0"/>
                </a:moveTo>
                <a:cubicBezTo>
                  <a:pt x="2431406" y="0"/>
                  <a:pt x="2662018" y="48886"/>
                  <a:pt x="2866380" y="145165"/>
                </a:cubicBezTo>
                <a:cubicBezTo>
                  <a:pt x="3057903" y="235467"/>
                  <a:pt x="3226119" y="367269"/>
                  <a:pt x="3366366" y="536835"/>
                </a:cubicBezTo>
                <a:cubicBezTo>
                  <a:pt x="3652997" y="883519"/>
                  <a:pt x="3810827" y="1376199"/>
                  <a:pt x="3810827" y="1924156"/>
                </a:cubicBezTo>
                <a:cubicBezTo>
                  <a:pt x="3810827" y="2142775"/>
                  <a:pt x="3749739" y="2318234"/>
                  <a:pt x="3612844" y="2493111"/>
                </a:cubicBezTo>
                <a:cubicBezTo>
                  <a:pt x="3469652" y="2676041"/>
                  <a:pt x="3254495" y="2844528"/>
                  <a:pt x="3026664" y="3022891"/>
                </a:cubicBezTo>
                <a:cubicBezTo>
                  <a:pt x="2984630" y="3055759"/>
                  <a:pt x="2941206" y="3089789"/>
                  <a:pt x="2897783" y="3124233"/>
                </a:cubicBezTo>
                <a:cubicBezTo>
                  <a:pt x="2509094" y="3432490"/>
                  <a:pt x="2225408" y="3634591"/>
                  <a:pt x="1838765" y="3634591"/>
                </a:cubicBezTo>
                <a:cubicBezTo>
                  <a:pt x="1249640" y="3634591"/>
                  <a:pt x="832413" y="3386508"/>
                  <a:pt x="443724" y="2805020"/>
                </a:cubicBezTo>
                <a:cubicBezTo>
                  <a:pt x="392859" y="2728910"/>
                  <a:pt x="343138" y="2659690"/>
                  <a:pt x="295053" y="2592792"/>
                </a:cubicBezTo>
                <a:cubicBezTo>
                  <a:pt x="95761" y="2315411"/>
                  <a:pt x="0" y="2171160"/>
                  <a:pt x="0" y="1924156"/>
                </a:cubicBezTo>
                <a:cubicBezTo>
                  <a:pt x="0" y="1678896"/>
                  <a:pt x="60024" y="1436622"/>
                  <a:pt x="178275" y="1204061"/>
                </a:cubicBezTo>
                <a:cubicBezTo>
                  <a:pt x="293990" y="976561"/>
                  <a:pt x="459425" y="768319"/>
                  <a:pt x="669921" y="585306"/>
                </a:cubicBezTo>
                <a:cubicBezTo>
                  <a:pt x="876818" y="405365"/>
                  <a:pt x="1122558" y="256964"/>
                  <a:pt x="1380730" y="156203"/>
                </a:cubicBezTo>
                <a:cubicBezTo>
                  <a:pt x="1645852" y="52539"/>
                  <a:pt x="1915145" y="0"/>
                  <a:pt x="2180840" y="0"/>
                </a:cubicBezTo>
                <a:close/>
              </a:path>
            </a:pathLst>
          </a:custGeom>
          <a:solidFill>
            <a:schemeClr val="bg2">
              <a:tint val="95000"/>
              <a:satMod val="1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Meiryo"/>
            </a:endParaRPr>
          </a:p>
        </p:txBody>
      </p:sp>
      <p:sp>
        <p:nvSpPr>
          <p:cNvPr id="78" name="Freeform: Shape 77">
            <a:extLst>
              <a:ext uri="{FF2B5EF4-FFF2-40B4-BE49-F238E27FC236}">
                <a16:creationId xmlns:a16="http://schemas.microsoft.com/office/drawing/2014/main" id="{9A5160F0-6244-48E8-9E71-1F51EA90C9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720717" y="756951"/>
            <a:ext cx="2843929" cy="2556327"/>
          </a:xfrm>
          <a:custGeom>
            <a:avLst/>
            <a:gdLst>
              <a:gd name="connsiteX0" fmla="*/ 2180840 w 3810827"/>
              <a:gd name="connsiteY0" fmla="*/ 0 h 3634591"/>
              <a:gd name="connsiteX1" fmla="*/ 2866380 w 3810827"/>
              <a:gd name="connsiteY1" fmla="*/ 145165 h 3634591"/>
              <a:gd name="connsiteX2" fmla="*/ 3366366 w 3810827"/>
              <a:gd name="connsiteY2" fmla="*/ 536835 h 3634591"/>
              <a:gd name="connsiteX3" fmla="*/ 3810827 w 3810827"/>
              <a:gd name="connsiteY3" fmla="*/ 1924156 h 3634591"/>
              <a:gd name="connsiteX4" fmla="*/ 3612844 w 3810827"/>
              <a:gd name="connsiteY4" fmla="*/ 2493111 h 3634591"/>
              <a:gd name="connsiteX5" fmla="*/ 3026664 w 3810827"/>
              <a:gd name="connsiteY5" fmla="*/ 3022891 h 3634591"/>
              <a:gd name="connsiteX6" fmla="*/ 2897783 w 3810827"/>
              <a:gd name="connsiteY6" fmla="*/ 3124233 h 3634591"/>
              <a:gd name="connsiteX7" fmla="*/ 1838765 w 3810827"/>
              <a:gd name="connsiteY7" fmla="*/ 3634591 h 3634591"/>
              <a:gd name="connsiteX8" fmla="*/ 443724 w 3810827"/>
              <a:gd name="connsiteY8" fmla="*/ 2805020 h 3634591"/>
              <a:gd name="connsiteX9" fmla="*/ 295053 w 3810827"/>
              <a:gd name="connsiteY9" fmla="*/ 2592792 h 3634591"/>
              <a:gd name="connsiteX10" fmla="*/ 0 w 3810827"/>
              <a:gd name="connsiteY10" fmla="*/ 1924156 h 3634591"/>
              <a:gd name="connsiteX11" fmla="*/ 178275 w 3810827"/>
              <a:gd name="connsiteY11" fmla="*/ 1204061 h 3634591"/>
              <a:gd name="connsiteX12" fmla="*/ 669921 w 3810827"/>
              <a:gd name="connsiteY12" fmla="*/ 585306 h 3634591"/>
              <a:gd name="connsiteX13" fmla="*/ 1380730 w 3810827"/>
              <a:gd name="connsiteY13" fmla="*/ 156203 h 3634591"/>
              <a:gd name="connsiteX14" fmla="*/ 2180840 w 3810827"/>
              <a:gd name="connsiteY14" fmla="*/ 0 h 3634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810827" h="3634591">
                <a:moveTo>
                  <a:pt x="2180840" y="0"/>
                </a:moveTo>
                <a:cubicBezTo>
                  <a:pt x="2431406" y="0"/>
                  <a:pt x="2662018" y="48886"/>
                  <a:pt x="2866380" y="145165"/>
                </a:cubicBezTo>
                <a:cubicBezTo>
                  <a:pt x="3057903" y="235467"/>
                  <a:pt x="3226119" y="367269"/>
                  <a:pt x="3366366" y="536835"/>
                </a:cubicBezTo>
                <a:cubicBezTo>
                  <a:pt x="3652997" y="883519"/>
                  <a:pt x="3810827" y="1376199"/>
                  <a:pt x="3810827" y="1924156"/>
                </a:cubicBezTo>
                <a:cubicBezTo>
                  <a:pt x="3810827" y="2142775"/>
                  <a:pt x="3749739" y="2318234"/>
                  <a:pt x="3612844" y="2493111"/>
                </a:cubicBezTo>
                <a:cubicBezTo>
                  <a:pt x="3469652" y="2676041"/>
                  <a:pt x="3254495" y="2844528"/>
                  <a:pt x="3026664" y="3022891"/>
                </a:cubicBezTo>
                <a:cubicBezTo>
                  <a:pt x="2984630" y="3055759"/>
                  <a:pt x="2941206" y="3089789"/>
                  <a:pt x="2897783" y="3124233"/>
                </a:cubicBezTo>
                <a:cubicBezTo>
                  <a:pt x="2509094" y="3432490"/>
                  <a:pt x="2225408" y="3634591"/>
                  <a:pt x="1838765" y="3634591"/>
                </a:cubicBezTo>
                <a:cubicBezTo>
                  <a:pt x="1249640" y="3634591"/>
                  <a:pt x="832413" y="3386508"/>
                  <a:pt x="443724" y="2805020"/>
                </a:cubicBezTo>
                <a:cubicBezTo>
                  <a:pt x="392859" y="2728910"/>
                  <a:pt x="343138" y="2659690"/>
                  <a:pt x="295053" y="2592792"/>
                </a:cubicBezTo>
                <a:cubicBezTo>
                  <a:pt x="95761" y="2315411"/>
                  <a:pt x="0" y="2171160"/>
                  <a:pt x="0" y="1924156"/>
                </a:cubicBezTo>
                <a:cubicBezTo>
                  <a:pt x="0" y="1678896"/>
                  <a:pt x="60024" y="1436622"/>
                  <a:pt x="178275" y="1204061"/>
                </a:cubicBezTo>
                <a:cubicBezTo>
                  <a:pt x="293990" y="976561"/>
                  <a:pt x="459425" y="768319"/>
                  <a:pt x="669921" y="585306"/>
                </a:cubicBezTo>
                <a:cubicBezTo>
                  <a:pt x="876818" y="405365"/>
                  <a:pt x="1122558" y="256964"/>
                  <a:pt x="1380730" y="156203"/>
                </a:cubicBezTo>
                <a:cubicBezTo>
                  <a:pt x="1645852" y="52539"/>
                  <a:pt x="1915145" y="0"/>
                  <a:pt x="2180840" y="0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0" name="Freeform: Shape 79">
            <a:extLst>
              <a:ext uri="{FF2B5EF4-FFF2-40B4-BE49-F238E27FC236}">
                <a16:creationId xmlns:a16="http://schemas.microsoft.com/office/drawing/2014/main" id="{9BDFF5CA-602C-465F-8BC3-59C996302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82263" y="628018"/>
            <a:ext cx="3172430" cy="2887139"/>
          </a:xfrm>
          <a:custGeom>
            <a:avLst/>
            <a:gdLst>
              <a:gd name="connsiteX0" fmla="*/ 2180840 w 3810827"/>
              <a:gd name="connsiteY0" fmla="*/ 0 h 3634591"/>
              <a:gd name="connsiteX1" fmla="*/ 2866380 w 3810827"/>
              <a:gd name="connsiteY1" fmla="*/ 145165 h 3634591"/>
              <a:gd name="connsiteX2" fmla="*/ 3366366 w 3810827"/>
              <a:gd name="connsiteY2" fmla="*/ 536835 h 3634591"/>
              <a:gd name="connsiteX3" fmla="*/ 3810827 w 3810827"/>
              <a:gd name="connsiteY3" fmla="*/ 1924156 h 3634591"/>
              <a:gd name="connsiteX4" fmla="*/ 3612844 w 3810827"/>
              <a:gd name="connsiteY4" fmla="*/ 2493111 h 3634591"/>
              <a:gd name="connsiteX5" fmla="*/ 3026664 w 3810827"/>
              <a:gd name="connsiteY5" fmla="*/ 3022891 h 3634591"/>
              <a:gd name="connsiteX6" fmla="*/ 2897783 w 3810827"/>
              <a:gd name="connsiteY6" fmla="*/ 3124233 h 3634591"/>
              <a:gd name="connsiteX7" fmla="*/ 1838765 w 3810827"/>
              <a:gd name="connsiteY7" fmla="*/ 3634591 h 3634591"/>
              <a:gd name="connsiteX8" fmla="*/ 443724 w 3810827"/>
              <a:gd name="connsiteY8" fmla="*/ 2805020 h 3634591"/>
              <a:gd name="connsiteX9" fmla="*/ 295053 w 3810827"/>
              <a:gd name="connsiteY9" fmla="*/ 2592792 h 3634591"/>
              <a:gd name="connsiteX10" fmla="*/ 0 w 3810827"/>
              <a:gd name="connsiteY10" fmla="*/ 1924156 h 3634591"/>
              <a:gd name="connsiteX11" fmla="*/ 178275 w 3810827"/>
              <a:gd name="connsiteY11" fmla="*/ 1204061 h 3634591"/>
              <a:gd name="connsiteX12" fmla="*/ 669921 w 3810827"/>
              <a:gd name="connsiteY12" fmla="*/ 585306 h 3634591"/>
              <a:gd name="connsiteX13" fmla="*/ 1380730 w 3810827"/>
              <a:gd name="connsiteY13" fmla="*/ 156203 h 3634591"/>
              <a:gd name="connsiteX14" fmla="*/ 2180840 w 3810827"/>
              <a:gd name="connsiteY14" fmla="*/ 0 h 3634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810827" h="3634591">
                <a:moveTo>
                  <a:pt x="2180840" y="0"/>
                </a:moveTo>
                <a:cubicBezTo>
                  <a:pt x="2431406" y="0"/>
                  <a:pt x="2662018" y="48886"/>
                  <a:pt x="2866380" y="145165"/>
                </a:cubicBezTo>
                <a:cubicBezTo>
                  <a:pt x="3057903" y="235467"/>
                  <a:pt x="3226119" y="367269"/>
                  <a:pt x="3366366" y="536835"/>
                </a:cubicBezTo>
                <a:cubicBezTo>
                  <a:pt x="3652997" y="883519"/>
                  <a:pt x="3810827" y="1376199"/>
                  <a:pt x="3810827" y="1924156"/>
                </a:cubicBezTo>
                <a:cubicBezTo>
                  <a:pt x="3810827" y="2142775"/>
                  <a:pt x="3749739" y="2318234"/>
                  <a:pt x="3612844" y="2493111"/>
                </a:cubicBezTo>
                <a:cubicBezTo>
                  <a:pt x="3469652" y="2676041"/>
                  <a:pt x="3254495" y="2844528"/>
                  <a:pt x="3026664" y="3022891"/>
                </a:cubicBezTo>
                <a:cubicBezTo>
                  <a:pt x="2984630" y="3055759"/>
                  <a:pt x="2941206" y="3089789"/>
                  <a:pt x="2897783" y="3124233"/>
                </a:cubicBezTo>
                <a:cubicBezTo>
                  <a:pt x="2509094" y="3432490"/>
                  <a:pt x="2225408" y="3634591"/>
                  <a:pt x="1838765" y="3634591"/>
                </a:cubicBezTo>
                <a:cubicBezTo>
                  <a:pt x="1249640" y="3634591"/>
                  <a:pt x="832413" y="3386508"/>
                  <a:pt x="443724" y="2805020"/>
                </a:cubicBezTo>
                <a:cubicBezTo>
                  <a:pt x="392859" y="2728910"/>
                  <a:pt x="343138" y="2659690"/>
                  <a:pt x="295053" y="2592792"/>
                </a:cubicBezTo>
                <a:cubicBezTo>
                  <a:pt x="95761" y="2315411"/>
                  <a:pt x="0" y="2171160"/>
                  <a:pt x="0" y="1924156"/>
                </a:cubicBezTo>
                <a:cubicBezTo>
                  <a:pt x="0" y="1678896"/>
                  <a:pt x="60024" y="1436622"/>
                  <a:pt x="178275" y="1204061"/>
                </a:cubicBezTo>
                <a:cubicBezTo>
                  <a:pt x="293990" y="976561"/>
                  <a:pt x="459425" y="768319"/>
                  <a:pt x="669921" y="585306"/>
                </a:cubicBezTo>
                <a:cubicBezTo>
                  <a:pt x="876818" y="405365"/>
                  <a:pt x="1122558" y="256964"/>
                  <a:pt x="1380730" y="156203"/>
                </a:cubicBezTo>
                <a:cubicBezTo>
                  <a:pt x="1645852" y="52539"/>
                  <a:pt x="1915145" y="0"/>
                  <a:pt x="2180840" y="0"/>
                </a:cubicBezTo>
                <a:close/>
              </a:path>
            </a:pathLst>
          </a:custGeom>
          <a:noFill/>
          <a:ln w="19050">
            <a:solidFill>
              <a:srgbClr val="FFFFFF">
                <a:alpha val="7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2" name="Freeform: Shape 81">
            <a:extLst>
              <a:ext uri="{FF2B5EF4-FFF2-40B4-BE49-F238E27FC236}">
                <a16:creationId xmlns:a16="http://schemas.microsoft.com/office/drawing/2014/main" id="{D289228A-771B-48F6-B5DF-7A63EA324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163982" y="3576909"/>
            <a:ext cx="2685901" cy="2458888"/>
          </a:xfrm>
          <a:custGeom>
            <a:avLst/>
            <a:gdLst>
              <a:gd name="connsiteX0" fmla="*/ 2180840 w 3810827"/>
              <a:gd name="connsiteY0" fmla="*/ 0 h 3634591"/>
              <a:gd name="connsiteX1" fmla="*/ 2866380 w 3810827"/>
              <a:gd name="connsiteY1" fmla="*/ 145165 h 3634591"/>
              <a:gd name="connsiteX2" fmla="*/ 3366366 w 3810827"/>
              <a:gd name="connsiteY2" fmla="*/ 536835 h 3634591"/>
              <a:gd name="connsiteX3" fmla="*/ 3810827 w 3810827"/>
              <a:gd name="connsiteY3" fmla="*/ 1924156 h 3634591"/>
              <a:gd name="connsiteX4" fmla="*/ 3612844 w 3810827"/>
              <a:gd name="connsiteY4" fmla="*/ 2493111 h 3634591"/>
              <a:gd name="connsiteX5" fmla="*/ 3026664 w 3810827"/>
              <a:gd name="connsiteY5" fmla="*/ 3022891 h 3634591"/>
              <a:gd name="connsiteX6" fmla="*/ 2897783 w 3810827"/>
              <a:gd name="connsiteY6" fmla="*/ 3124233 h 3634591"/>
              <a:gd name="connsiteX7" fmla="*/ 1838765 w 3810827"/>
              <a:gd name="connsiteY7" fmla="*/ 3634591 h 3634591"/>
              <a:gd name="connsiteX8" fmla="*/ 443724 w 3810827"/>
              <a:gd name="connsiteY8" fmla="*/ 2805020 h 3634591"/>
              <a:gd name="connsiteX9" fmla="*/ 295053 w 3810827"/>
              <a:gd name="connsiteY9" fmla="*/ 2592792 h 3634591"/>
              <a:gd name="connsiteX10" fmla="*/ 0 w 3810827"/>
              <a:gd name="connsiteY10" fmla="*/ 1924156 h 3634591"/>
              <a:gd name="connsiteX11" fmla="*/ 178275 w 3810827"/>
              <a:gd name="connsiteY11" fmla="*/ 1204061 h 3634591"/>
              <a:gd name="connsiteX12" fmla="*/ 669921 w 3810827"/>
              <a:gd name="connsiteY12" fmla="*/ 585306 h 3634591"/>
              <a:gd name="connsiteX13" fmla="*/ 1380730 w 3810827"/>
              <a:gd name="connsiteY13" fmla="*/ 156203 h 3634591"/>
              <a:gd name="connsiteX14" fmla="*/ 2180840 w 3810827"/>
              <a:gd name="connsiteY14" fmla="*/ 0 h 3634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810827" h="3634591">
                <a:moveTo>
                  <a:pt x="2180840" y="0"/>
                </a:moveTo>
                <a:cubicBezTo>
                  <a:pt x="2431406" y="0"/>
                  <a:pt x="2662018" y="48886"/>
                  <a:pt x="2866380" y="145165"/>
                </a:cubicBezTo>
                <a:cubicBezTo>
                  <a:pt x="3057903" y="235467"/>
                  <a:pt x="3226119" y="367269"/>
                  <a:pt x="3366366" y="536835"/>
                </a:cubicBezTo>
                <a:cubicBezTo>
                  <a:pt x="3652997" y="883519"/>
                  <a:pt x="3810827" y="1376199"/>
                  <a:pt x="3810827" y="1924156"/>
                </a:cubicBezTo>
                <a:cubicBezTo>
                  <a:pt x="3810827" y="2142775"/>
                  <a:pt x="3749739" y="2318234"/>
                  <a:pt x="3612844" y="2493111"/>
                </a:cubicBezTo>
                <a:cubicBezTo>
                  <a:pt x="3469652" y="2676041"/>
                  <a:pt x="3254495" y="2844528"/>
                  <a:pt x="3026664" y="3022891"/>
                </a:cubicBezTo>
                <a:cubicBezTo>
                  <a:pt x="2984630" y="3055759"/>
                  <a:pt x="2941206" y="3089789"/>
                  <a:pt x="2897783" y="3124233"/>
                </a:cubicBezTo>
                <a:cubicBezTo>
                  <a:pt x="2509094" y="3432490"/>
                  <a:pt x="2225408" y="3634591"/>
                  <a:pt x="1838765" y="3634591"/>
                </a:cubicBezTo>
                <a:cubicBezTo>
                  <a:pt x="1249640" y="3634591"/>
                  <a:pt x="832413" y="3386508"/>
                  <a:pt x="443724" y="2805020"/>
                </a:cubicBezTo>
                <a:cubicBezTo>
                  <a:pt x="392859" y="2728910"/>
                  <a:pt x="343138" y="2659690"/>
                  <a:pt x="295053" y="2592792"/>
                </a:cubicBezTo>
                <a:cubicBezTo>
                  <a:pt x="95761" y="2315411"/>
                  <a:pt x="0" y="2171160"/>
                  <a:pt x="0" y="1924156"/>
                </a:cubicBezTo>
                <a:cubicBezTo>
                  <a:pt x="0" y="1678896"/>
                  <a:pt x="60024" y="1436622"/>
                  <a:pt x="178275" y="1204061"/>
                </a:cubicBezTo>
                <a:cubicBezTo>
                  <a:pt x="293990" y="976561"/>
                  <a:pt x="459425" y="768319"/>
                  <a:pt x="669921" y="585306"/>
                </a:cubicBezTo>
                <a:cubicBezTo>
                  <a:pt x="876818" y="405365"/>
                  <a:pt x="1122558" y="256964"/>
                  <a:pt x="1380730" y="156203"/>
                </a:cubicBezTo>
                <a:cubicBezTo>
                  <a:pt x="1645852" y="52539"/>
                  <a:pt x="1915145" y="0"/>
                  <a:pt x="2180840" y="0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4" name="Freeform: Shape 83">
            <a:extLst>
              <a:ext uri="{FF2B5EF4-FFF2-40B4-BE49-F238E27FC236}">
                <a16:creationId xmlns:a16="http://schemas.microsoft.com/office/drawing/2014/main" id="{31D5EF21-94C4-481A-BD01-3D29FB305B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981178" y="3487951"/>
            <a:ext cx="3051507" cy="2742030"/>
          </a:xfrm>
          <a:custGeom>
            <a:avLst/>
            <a:gdLst>
              <a:gd name="connsiteX0" fmla="*/ 2180840 w 3810827"/>
              <a:gd name="connsiteY0" fmla="*/ 0 h 3634591"/>
              <a:gd name="connsiteX1" fmla="*/ 2866380 w 3810827"/>
              <a:gd name="connsiteY1" fmla="*/ 145165 h 3634591"/>
              <a:gd name="connsiteX2" fmla="*/ 3366366 w 3810827"/>
              <a:gd name="connsiteY2" fmla="*/ 536835 h 3634591"/>
              <a:gd name="connsiteX3" fmla="*/ 3810827 w 3810827"/>
              <a:gd name="connsiteY3" fmla="*/ 1924156 h 3634591"/>
              <a:gd name="connsiteX4" fmla="*/ 3612844 w 3810827"/>
              <a:gd name="connsiteY4" fmla="*/ 2493111 h 3634591"/>
              <a:gd name="connsiteX5" fmla="*/ 3026664 w 3810827"/>
              <a:gd name="connsiteY5" fmla="*/ 3022891 h 3634591"/>
              <a:gd name="connsiteX6" fmla="*/ 2897783 w 3810827"/>
              <a:gd name="connsiteY6" fmla="*/ 3124233 h 3634591"/>
              <a:gd name="connsiteX7" fmla="*/ 1838765 w 3810827"/>
              <a:gd name="connsiteY7" fmla="*/ 3634591 h 3634591"/>
              <a:gd name="connsiteX8" fmla="*/ 443724 w 3810827"/>
              <a:gd name="connsiteY8" fmla="*/ 2805020 h 3634591"/>
              <a:gd name="connsiteX9" fmla="*/ 295053 w 3810827"/>
              <a:gd name="connsiteY9" fmla="*/ 2592792 h 3634591"/>
              <a:gd name="connsiteX10" fmla="*/ 0 w 3810827"/>
              <a:gd name="connsiteY10" fmla="*/ 1924156 h 3634591"/>
              <a:gd name="connsiteX11" fmla="*/ 178275 w 3810827"/>
              <a:gd name="connsiteY11" fmla="*/ 1204061 h 3634591"/>
              <a:gd name="connsiteX12" fmla="*/ 669921 w 3810827"/>
              <a:gd name="connsiteY12" fmla="*/ 585306 h 3634591"/>
              <a:gd name="connsiteX13" fmla="*/ 1380730 w 3810827"/>
              <a:gd name="connsiteY13" fmla="*/ 156203 h 3634591"/>
              <a:gd name="connsiteX14" fmla="*/ 2180840 w 3810827"/>
              <a:gd name="connsiteY14" fmla="*/ 0 h 3634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810827" h="3634591">
                <a:moveTo>
                  <a:pt x="2180840" y="0"/>
                </a:moveTo>
                <a:cubicBezTo>
                  <a:pt x="2431406" y="0"/>
                  <a:pt x="2662018" y="48886"/>
                  <a:pt x="2866380" y="145165"/>
                </a:cubicBezTo>
                <a:cubicBezTo>
                  <a:pt x="3057903" y="235467"/>
                  <a:pt x="3226119" y="367269"/>
                  <a:pt x="3366366" y="536835"/>
                </a:cubicBezTo>
                <a:cubicBezTo>
                  <a:pt x="3652997" y="883519"/>
                  <a:pt x="3810827" y="1376199"/>
                  <a:pt x="3810827" y="1924156"/>
                </a:cubicBezTo>
                <a:cubicBezTo>
                  <a:pt x="3810827" y="2142775"/>
                  <a:pt x="3749739" y="2318234"/>
                  <a:pt x="3612844" y="2493111"/>
                </a:cubicBezTo>
                <a:cubicBezTo>
                  <a:pt x="3469652" y="2676041"/>
                  <a:pt x="3254495" y="2844528"/>
                  <a:pt x="3026664" y="3022891"/>
                </a:cubicBezTo>
                <a:cubicBezTo>
                  <a:pt x="2984630" y="3055759"/>
                  <a:pt x="2941206" y="3089789"/>
                  <a:pt x="2897783" y="3124233"/>
                </a:cubicBezTo>
                <a:cubicBezTo>
                  <a:pt x="2509094" y="3432490"/>
                  <a:pt x="2225408" y="3634591"/>
                  <a:pt x="1838765" y="3634591"/>
                </a:cubicBezTo>
                <a:cubicBezTo>
                  <a:pt x="1249640" y="3634591"/>
                  <a:pt x="832413" y="3386508"/>
                  <a:pt x="443724" y="2805020"/>
                </a:cubicBezTo>
                <a:cubicBezTo>
                  <a:pt x="392859" y="2728910"/>
                  <a:pt x="343138" y="2659690"/>
                  <a:pt x="295053" y="2592792"/>
                </a:cubicBezTo>
                <a:cubicBezTo>
                  <a:pt x="95761" y="2315411"/>
                  <a:pt x="0" y="2171160"/>
                  <a:pt x="0" y="1924156"/>
                </a:cubicBezTo>
                <a:cubicBezTo>
                  <a:pt x="0" y="1678896"/>
                  <a:pt x="60024" y="1436622"/>
                  <a:pt x="178275" y="1204061"/>
                </a:cubicBezTo>
                <a:cubicBezTo>
                  <a:pt x="293990" y="976561"/>
                  <a:pt x="459425" y="768319"/>
                  <a:pt x="669921" y="585306"/>
                </a:cubicBezTo>
                <a:cubicBezTo>
                  <a:pt x="876818" y="405365"/>
                  <a:pt x="1122558" y="256964"/>
                  <a:pt x="1380730" y="156203"/>
                </a:cubicBezTo>
                <a:cubicBezTo>
                  <a:pt x="1645852" y="52539"/>
                  <a:pt x="1915145" y="0"/>
                  <a:pt x="2180840" y="0"/>
                </a:cubicBezTo>
                <a:close/>
              </a:path>
            </a:pathLst>
          </a:custGeom>
          <a:noFill/>
          <a:ln w="19050">
            <a:solidFill>
              <a:srgbClr val="FFFFFF">
                <a:alpha val="7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6" name="Freeform: Shape 85">
            <a:extLst>
              <a:ext uri="{FF2B5EF4-FFF2-40B4-BE49-F238E27FC236}">
                <a16:creationId xmlns:a16="http://schemas.microsoft.com/office/drawing/2014/main" id="{805C4C40-D70E-4C4F-B228-98A0A6132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300000" flipH="1">
            <a:off x="987224" y="1122042"/>
            <a:ext cx="4908132" cy="4613915"/>
          </a:xfrm>
          <a:custGeom>
            <a:avLst/>
            <a:gdLst>
              <a:gd name="connsiteX0" fmla="*/ 2180840 w 3810827"/>
              <a:gd name="connsiteY0" fmla="*/ 0 h 3634591"/>
              <a:gd name="connsiteX1" fmla="*/ 2866380 w 3810827"/>
              <a:gd name="connsiteY1" fmla="*/ 145165 h 3634591"/>
              <a:gd name="connsiteX2" fmla="*/ 3366366 w 3810827"/>
              <a:gd name="connsiteY2" fmla="*/ 536835 h 3634591"/>
              <a:gd name="connsiteX3" fmla="*/ 3810827 w 3810827"/>
              <a:gd name="connsiteY3" fmla="*/ 1924156 h 3634591"/>
              <a:gd name="connsiteX4" fmla="*/ 3612844 w 3810827"/>
              <a:gd name="connsiteY4" fmla="*/ 2493111 h 3634591"/>
              <a:gd name="connsiteX5" fmla="*/ 3026664 w 3810827"/>
              <a:gd name="connsiteY5" fmla="*/ 3022891 h 3634591"/>
              <a:gd name="connsiteX6" fmla="*/ 2897783 w 3810827"/>
              <a:gd name="connsiteY6" fmla="*/ 3124233 h 3634591"/>
              <a:gd name="connsiteX7" fmla="*/ 1838765 w 3810827"/>
              <a:gd name="connsiteY7" fmla="*/ 3634591 h 3634591"/>
              <a:gd name="connsiteX8" fmla="*/ 443724 w 3810827"/>
              <a:gd name="connsiteY8" fmla="*/ 2805020 h 3634591"/>
              <a:gd name="connsiteX9" fmla="*/ 295053 w 3810827"/>
              <a:gd name="connsiteY9" fmla="*/ 2592792 h 3634591"/>
              <a:gd name="connsiteX10" fmla="*/ 0 w 3810827"/>
              <a:gd name="connsiteY10" fmla="*/ 1924156 h 3634591"/>
              <a:gd name="connsiteX11" fmla="*/ 178275 w 3810827"/>
              <a:gd name="connsiteY11" fmla="*/ 1204061 h 3634591"/>
              <a:gd name="connsiteX12" fmla="*/ 669921 w 3810827"/>
              <a:gd name="connsiteY12" fmla="*/ 585306 h 3634591"/>
              <a:gd name="connsiteX13" fmla="*/ 1380730 w 3810827"/>
              <a:gd name="connsiteY13" fmla="*/ 156203 h 3634591"/>
              <a:gd name="connsiteX14" fmla="*/ 2180840 w 3810827"/>
              <a:gd name="connsiteY14" fmla="*/ 0 h 3634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810827" h="3634591">
                <a:moveTo>
                  <a:pt x="2180840" y="0"/>
                </a:moveTo>
                <a:cubicBezTo>
                  <a:pt x="2431406" y="0"/>
                  <a:pt x="2662018" y="48886"/>
                  <a:pt x="2866380" y="145165"/>
                </a:cubicBezTo>
                <a:cubicBezTo>
                  <a:pt x="3057903" y="235467"/>
                  <a:pt x="3226119" y="367269"/>
                  <a:pt x="3366366" y="536835"/>
                </a:cubicBezTo>
                <a:cubicBezTo>
                  <a:pt x="3652997" y="883519"/>
                  <a:pt x="3810827" y="1376199"/>
                  <a:pt x="3810827" y="1924156"/>
                </a:cubicBezTo>
                <a:cubicBezTo>
                  <a:pt x="3810827" y="2142775"/>
                  <a:pt x="3749739" y="2318234"/>
                  <a:pt x="3612844" y="2493111"/>
                </a:cubicBezTo>
                <a:cubicBezTo>
                  <a:pt x="3469652" y="2676041"/>
                  <a:pt x="3254495" y="2844528"/>
                  <a:pt x="3026664" y="3022891"/>
                </a:cubicBezTo>
                <a:cubicBezTo>
                  <a:pt x="2984630" y="3055759"/>
                  <a:pt x="2941206" y="3089789"/>
                  <a:pt x="2897783" y="3124233"/>
                </a:cubicBezTo>
                <a:cubicBezTo>
                  <a:pt x="2509094" y="3432490"/>
                  <a:pt x="2225408" y="3634591"/>
                  <a:pt x="1838765" y="3634591"/>
                </a:cubicBezTo>
                <a:cubicBezTo>
                  <a:pt x="1249640" y="3634591"/>
                  <a:pt x="832413" y="3386508"/>
                  <a:pt x="443724" y="2805020"/>
                </a:cubicBezTo>
                <a:cubicBezTo>
                  <a:pt x="392859" y="2728910"/>
                  <a:pt x="343138" y="2659690"/>
                  <a:pt x="295053" y="2592792"/>
                </a:cubicBezTo>
                <a:cubicBezTo>
                  <a:pt x="95761" y="2315411"/>
                  <a:pt x="0" y="2171160"/>
                  <a:pt x="0" y="1924156"/>
                </a:cubicBezTo>
                <a:cubicBezTo>
                  <a:pt x="0" y="1678896"/>
                  <a:pt x="60024" y="1436622"/>
                  <a:pt x="178275" y="1204061"/>
                </a:cubicBezTo>
                <a:cubicBezTo>
                  <a:pt x="293990" y="976561"/>
                  <a:pt x="459425" y="768319"/>
                  <a:pt x="669921" y="585306"/>
                </a:cubicBezTo>
                <a:cubicBezTo>
                  <a:pt x="876818" y="405365"/>
                  <a:pt x="1122558" y="256964"/>
                  <a:pt x="1380730" y="156203"/>
                </a:cubicBezTo>
                <a:cubicBezTo>
                  <a:pt x="1645852" y="52539"/>
                  <a:pt x="1915145" y="0"/>
                  <a:pt x="2180840" y="0"/>
                </a:cubicBezTo>
                <a:close/>
              </a:path>
            </a:pathLst>
          </a:custGeom>
          <a:noFill/>
          <a:ln w="19050">
            <a:solidFill>
              <a:srgbClr val="FFFFFF">
                <a:alpha val="70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32E3BAA-E54D-086C-7887-2C79EBEFD0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36138" y="1490893"/>
            <a:ext cx="3797450" cy="2014116"/>
          </a:xfrm>
        </p:spPr>
        <p:txBody>
          <a:bodyPr anchor="b">
            <a:normAutofit/>
          </a:bodyPr>
          <a:lstStyle/>
          <a:p>
            <a:r>
              <a:rPr lang="en-DE" sz="4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MOBY</a:t>
            </a:r>
            <a:endParaRPr lang="de-CH" sz="4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6BE8A62-1AF3-F1AD-8B13-814144CB4F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9123" y="3712947"/>
            <a:ext cx="3068324" cy="738402"/>
          </a:xfrm>
        </p:spPr>
        <p:txBody>
          <a:bodyPr anchor="t">
            <a:normAutofit/>
          </a:bodyPr>
          <a:lstStyle/>
          <a:p>
            <a:r>
              <a:rPr lang="en-DE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DHBW </a:t>
            </a:r>
            <a:r>
              <a:rPr lang="en-DE" sz="18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RideShare</a:t>
            </a:r>
            <a:endParaRPr lang="de-CH" sz="1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0BAAE848-FCD1-5B76-879D-EECC383C916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05" r="1" b="1"/>
          <a:stretch/>
        </p:blipFill>
        <p:spPr>
          <a:xfrm>
            <a:off x="7865322" y="885134"/>
            <a:ext cx="2606312" cy="2405492"/>
          </a:xfrm>
          <a:custGeom>
            <a:avLst/>
            <a:gdLst/>
            <a:ahLst/>
            <a:cxnLst/>
            <a:rect l="l" t="t" r="r" b="b"/>
            <a:pathLst>
              <a:path w="2442835" h="2236365">
                <a:moveTo>
                  <a:pt x="1178694" y="0"/>
                </a:moveTo>
                <a:cubicBezTo>
                  <a:pt x="1426542" y="0"/>
                  <a:pt x="1608393" y="124353"/>
                  <a:pt x="1857551" y="314024"/>
                </a:cubicBezTo>
                <a:cubicBezTo>
                  <a:pt x="1885386" y="335216"/>
                  <a:pt x="1913222" y="356156"/>
                  <a:pt x="1940168" y="376379"/>
                </a:cubicBezTo>
                <a:cubicBezTo>
                  <a:pt x="2086213" y="486125"/>
                  <a:pt x="2224133" y="589796"/>
                  <a:pt x="2315923" y="702353"/>
                </a:cubicBezTo>
                <a:cubicBezTo>
                  <a:pt x="2403676" y="809955"/>
                  <a:pt x="2442835" y="917915"/>
                  <a:pt x="2442835" y="1052431"/>
                </a:cubicBezTo>
                <a:cubicBezTo>
                  <a:pt x="2442835" y="1389589"/>
                  <a:pt x="2341663" y="1692735"/>
                  <a:pt x="2157925" y="1906050"/>
                </a:cubicBezTo>
                <a:cubicBezTo>
                  <a:pt x="2068023" y="2010385"/>
                  <a:pt x="1960192" y="2091482"/>
                  <a:pt x="1837422" y="2147045"/>
                </a:cubicBezTo>
                <a:cubicBezTo>
                  <a:pt x="1706420" y="2206285"/>
                  <a:pt x="1558592" y="2236365"/>
                  <a:pt x="1397973" y="2236365"/>
                </a:cubicBezTo>
                <a:cubicBezTo>
                  <a:pt x="1227656" y="2236365"/>
                  <a:pt x="1055033" y="2204038"/>
                  <a:pt x="885082" y="2140253"/>
                </a:cubicBezTo>
                <a:cubicBezTo>
                  <a:pt x="719588" y="2078255"/>
                  <a:pt x="562062" y="1986944"/>
                  <a:pt x="429436" y="1876226"/>
                </a:cubicBezTo>
                <a:cubicBezTo>
                  <a:pt x="294504" y="1763618"/>
                  <a:pt x="188455" y="1635487"/>
                  <a:pt x="114279" y="1495506"/>
                </a:cubicBezTo>
                <a:cubicBezTo>
                  <a:pt x="38477" y="1352411"/>
                  <a:pt x="0" y="1203340"/>
                  <a:pt x="0" y="1052431"/>
                </a:cubicBezTo>
                <a:cubicBezTo>
                  <a:pt x="0" y="900449"/>
                  <a:pt x="61386" y="811692"/>
                  <a:pt x="189137" y="641019"/>
                </a:cubicBezTo>
                <a:cubicBezTo>
                  <a:pt x="219961" y="599856"/>
                  <a:pt x="251833" y="557266"/>
                  <a:pt x="284438" y="510435"/>
                </a:cubicBezTo>
                <a:cubicBezTo>
                  <a:pt x="533598" y="152646"/>
                  <a:pt x="801051" y="0"/>
                  <a:pt x="1178694" y="0"/>
                </a:cubicBezTo>
                <a:close/>
              </a:path>
            </a:pathLst>
          </a:custGeom>
        </p:spPr>
      </p:pic>
      <p:pic>
        <p:nvPicPr>
          <p:cNvPr id="7" name="Grafik 6" descr="Ein Bild, das Hund, draußen, Himmel, Spiegel enthält.&#10;&#10;Automatisch generierte Beschreibung">
            <a:extLst>
              <a:ext uri="{FF2B5EF4-FFF2-40B4-BE49-F238E27FC236}">
                <a16:creationId xmlns:a16="http://schemas.microsoft.com/office/drawing/2014/main" id="{14FAFC67-B24C-6F01-0EAA-8B884172D00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229" r="13934" b="5"/>
          <a:stretch/>
        </p:blipFill>
        <p:spPr>
          <a:xfrm>
            <a:off x="6287572" y="3643340"/>
            <a:ext cx="2438717" cy="2265923"/>
          </a:xfrm>
          <a:custGeom>
            <a:avLst/>
            <a:gdLst/>
            <a:ahLst/>
            <a:cxnLst/>
            <a:rect l="l" t="t" r="r" b="b"/>
            <a:pathLst>
              <a:path w="2442835" h="2236365">
                <a:moveTo>
                  <a:pt x="1044862" y="0"/>
                </a:moveTo>
                <a:cubicBezTo>
                  <a:pt x="1215179" y="0"/>
                  <a:pt x="1387802" y="32328"/>
                  <a:pt x="1557753" y="96112"/>
                </a:cubicBezTo>
                <a:cubicBezTo>
                  <a:pt x="1723247" y="158111"/>
                  <a:pt x="1880773" y="249422"/>
                  <a:pt x="2013399" y="360139"/>
                </a:cubicBezTo>
                <a:cubicBezTo>
                  <a:pt x="2148332" y="472747"/>
                  <a:pt x="2254380" y="600878"/>
                  <a:pt x="2328556" y="740859"/>
                </a:cubicBezTo>
                <a:cubicBezTo>
                  <a:pt x="2404358" y="883954"/>
                  <a:pt x="2442835" y="1033026"/>
                  <a:pt x="2442835" y="1183934"/>
                </a:cubicBezTo>
                <a:cubicBezTo>
                  <a:pt x="2442835" y="1335916"/>
                  <a:pt x="2381449" y="1424674"/>
                  <a:pt x="2253698" y="1595346"/>
                </a:cubicBezTo>
                <a:cubicBezTo>
                  <a:pt x="2222875" y="1636509"/>
                  <a:pt x="2191002" y="1679100"/>
                  <a:pt x="2158397" y="1725930"/>
                </a:cubicBezTo>
                <a:cubicBezTo>
                  <a:pt x="1909237" y="2083719"/>
                  <a:pt x="1641784" y="2236365"/>
                  <a:pt x="1264141" y="2236365"/>
                </a:cubicBezTo>
                <a:cubicBezTo>
                  <a:pt x="1016293" y="2236365"/>
                  <a:pt x="834443" y="2112012"/>
                  <a:pt x="585284" y="1922342"/>
                </a:cubicBezTo>
                <a:cubicBezTo>
                  <a:pt x="557449" y="1901149"/>
                  <a:pt x="529613" y="1880210"/>
                  <a:pt x="502667" y="1859987"/>
                </a:cubicBezTo>
                <a:cubicBezTo>
                  <a:pt x="356623" y="1750240"/>
                  <a:pt x="218702" y="1646569"/>
                  <a:pt x="126912" y="1534012"/>
                </a:cubicBezTo>
                <a:cubicBezTo>
                  <a:pt x="39159" y="1426410"/>
                  <a:pt x="0" y="1318451"/>
                  <a:pt x="0" y="1183934"/>
                </a:cubicBezTo>
                <a:cubicBezTo>
                  <a:pt x="0" y="846776"/>
                  <a:pt x="101173" y="543630"/>
                  <a:pt x="284911" y="330315"/>
                </a:cubicBezTo>
                <a:cubicBezTo>
                  <a:pt x="374812" y="225981"/>
                  <a:pt x="482643" y="144883"/>
                  <a:pt x="605414" y="89320"/>
                </a:cubicBezTo>
                <a:cubicBezTo>
                  <a:pt x="736415" y="30080"/>
                  <a:pt x="884243" y="0"/>
                  <a:pt x="1044862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2881174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04A130CA-991E-4C92-A494-EB7D8666EF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FC3C749F-9A26-4B1E-BC2E-572D03DF9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-1872577" y="1372793"/>
            <a:ext cx="6135300" cy="5537781"/>
          </a:xfrm>
          <a:custGeom>
            <a:avLst/>
            <a:gdLst>
              <a:gd name="connsiteX0" fmla="*/ 0 w 6135300"/>
              <a:gd name="connsiteY0" fmla="*/ 0 h 5537781"/>
              <a:gd name="connsiteX1" fmla="*/ 6135300 w 6135300"/>
              <a:gd name="connsiteY1" fmla="*/ 0 h 5537781"/>
              <a:gd name="connsiteX2" fmla="*/ 6135300 w 6135300"/>
              <a:gd name="connsiteY2" fmla="*/ 3548931 h 5537781"/>
              <a:gd name="connsiteX3" fmla="*/ 4146451 w 6135300"/>
              <a:gd name="connsiteY3" fmla="*/ 5537781 h 5537781"/>
              <a:gd name="connsiteX4" fmla="*/ 0 w 6135300"/>
              <a:gd name="connsiteY4" fmla="*/ 1391331 h 55377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35300" h="5537781">
                <a:moveTo>
                  <a:pt x="0" y="0"/>
                </a:moveTo>
                <a:lnTo>
                  <a:pt x="6135300" y="0"/>
                </a:lnTo>
                <a:lnTo>
                  <a:pt x="6135300" y="3548931"/>
                </a:lnTo>
                <a:lnTo>
                  <a:pt x="4146451" y="5537781"/>
                </a:lnTo>
                <a:lnTo>
                  <a:pt x="0" y="1391331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F98D51C6-1188-49B8-B829-31D2C2813F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8050242" y="292975"/>
            <a:ext cx="5056735" cy="9206602"/>
          </a:xfrm>
          <a:custGeom>
            <a:avLst/>
            <a:gdLst>
              <a:gd name="connsiteX0" fmla="*/ 0 w 5053652"/>
              <a:gd name="connsiteY0" fmla="*/ 209273 h 9200989"/>
              <a:gd name="connsiteX1" fmla="*/ 209274 w 5053652"/>
              <a:gd name="connsiteY1" fmla="*/ 0 h 9200989"/>
              <a:gd name="connsiteX2" fmla="*/ 5053652 w 5053652"/>
              <a:gd name="connsiteY2" fmla="*/ 4844379 h 9200989"/>
              <a:gd name="connsiteX3" fmla="*/ 697042 w 5053652"/>
              <a:gd name="connsiteY3" fmla="*/ 9200989 h 9200989"/>
              <a:gd name="connsiteX4" fmla="*/ 0 w 5053652"/>
              <a:gd name="connsiteY4" fmla="*/ 9200989 h 9200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53652" h="9200989">
                <a:moveTo>
                  <a:pt x="0" y="209273"/>
                </a:moveTo>
                <a:lnTo>
                  <a:pt x="209274" y="0"/>
                </a:lnTo>
                <a:lnTo>
                  <a:pt x="5053652" y="4844379"/>
                </a:lnTo>
                <a:lnTo>
                  <a:pt x="697042" y="9200989"/>
                </a:lnTo>
                <a:lnTo>
                  <a:pt x="0" y="9200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Isosceles Triangle 37">
            <a:extLst>
              <a:ext uri="{FF2B5EF4-FFF2-40B4-BE49-F238E27FC236}">
                <a16:creationId xmlns:a16="http://schemas.microsoft.com/office/drawing/2014/main" id="{456BA586-8922-4113-BD35-BBF1EB1A1F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36909" y="5272381"/>
            <a:ext cx="3171238" cy="1585619"/>
          </a:xfrm>
          <a:prstGeom prst="triangle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497CCB5-5FC2-473C-AFCC-2430CEF1DF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861739" y="1742916"/>
            <a:ext cx="3372170" cy="3372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Frame 41">
            <a:extLst>
              <a:ext uri="{FF2B5EF4-FFF2-40B4-BE49-F238E27FC236}">
                <a16:creationId xmlns:a16="http://schemas.microsoft.com/office/drawing/2014/main" id="{599C8C75-BFDF-44E7-A028-EEB5EDD588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423102" y="1304278"/>
            <a:ext cx="4249446" cy="4249444"/>
          </a:xfrm>
          <a:prstGeom prst="frame">
            <a:avLst>
              <a:gd name="adj1" fmla="val 1195"/>
            </a:avLst>
          </a:pr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32E3BAA-E54D-086C-7887-2C79EBEFD0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67801" y="1414325"/>
            <a:ext cx="3618284" cy="1345720"/>
          </a:xfrm>
          <a:noFill/>
        </p:spPr>
        <p:txBody>
          <a:bodyPr anchor="ctr">
            <a:normAutofit/>
          </a:bodyPr>
          <a:lstStyle/>
          <a:p>
            <a:r>
              <a:rPr lang="en-DE" sz="4000" dirty="0">
                <a:solidFill>
                  <a:srgbClr val="080808"/>
                </a:solidFill>
              </a:rPr>
              <a:t>MOBY</a:t>
            </a:r>
            <a:endParaRPr lang="de-CH" sz="2800" dirty="0">
              <a:solidFill>
                <a:srgbClr val="080808"/>
              </a:solidFill>
            </a:endParaRP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6BE8A62-1AF3-F1AD-8B13-814144CB4F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97352" y="4518196"/>
            <a:ext cx="2700944" cy="659993"/>
          </a:xfrm>
          <a:noFill/>
        </p:spPr>
        <p:txBody>
          <a:bodyPr>
            <a:normAutofit/>
          </a:bodyPr>
          <a:lstStyle/>
          <a:p>
            <a:r>
              <a:rPr lang="en-DE" sz="2000" dirty="0">
                <a:solidFill>
                  <a:srgbClr val="080808"/>
                </a:solidFill>
              </a:rPr>
              <a:t>DHBW </a:t>
            </a:r>
            <a:r>
              <a:rPr lang="en-DE" sz="2000" dirty="0" err="1">
                <a:solidFill>
                  <a:srgbClr val="080808"/>
                </a:solidFill>
              </a:rPr>
              <a:t>RideShare</a:t>
            </a:r>
            <a:endParaRPr lang="de-CH" sz="2000" dirty="0">
              <a:solidFill>
                <a:srgbClr val="080808"/>
              </a:solidFill>
            </a:endParaRP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0BAAE848-FCD1-5B76-879D-EECC383C91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346" y="2370723"/>
            <a:ext cx="2019300" cy="201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73353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5A01ABC-366B-B0C1-AC75-FE2C586D8C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MOBY – DHBW </a:t>
            </a:r>
            <a:r>
              <a:rPr lang="en-DE" dirty="0" err="1"/>
              <a:t>RideShare</a:t>
            </a:r>
            <a:endParaRPr lang="de-CH" dirty="0"/>
          </a:p>
        </p:txBody>
      </p:sp>
      <mc:AlternateContent xmlns:mc="http://schemas.openxmlformats.org/markup-compatibility/2006">
        <mc:Choice xmlns:psuz="http://schemas.microsoft.com/office/powerpoint/2016/summaryzoom" Requires="psuz">
          <p:graphicFrame>
            <p:nvGraphicFramePr>
              <p:cNvPr id="5" name="Zusammenfassungszoom 4">
                <a:extLst>
                  <a:ext uri="{FF2B5EF4-FFF2-40B4-BE49-F238E27FC236}">
                    <a16:creationId xmlns:a16="http://schemas.microsoft.com/office/drawing/2014/main" id="{DF75D176-76E0-F506-7EBC-0460212672DB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133126975"/>
                  </p:ext>
                </p:extLst>
              </p:nvPr>
            </p:nvGraphicFramePr>
            <p:xfrm>
              <a:off x="838200" y="1690688"/>
              <a:ext cx="10515600" cy="4351338"/>
            </p:xfrm>
            <a:graphic>
              <a:graphicData uri="http://schemas.microsoft.com/office/powerpoint/2016/summaryzoom">
                <psuz:summaryZm>
                  <psuz:summaryZmObj sectionId="{450F0C72-951D-4711-AF54-3B952D37E8CC}" offsetFactorX="-64826" offsetFactorY="-22707" scaleFactorX="56195" scaleFactorY="56195">
                    <psuz:zmPr id="{0773C56F-2CBC-4F3B-89A6-4E8F49BFDA67}" transitionDur="100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217265" y="136554"/>
                          <a:ext cx="1956183" cy="1100354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summaryZmObj sectionId="{2C76E8D4-14F5-4CAD-AEE1-A691AC832BEA}" offsetFactorX="-65405" offsetFactorY="44556">
                    <psuz:zmPr id="{828F7295-2305-4899-87B7-DE6F7B14486A}" transitionDur="1000">
                      <p166:blipFill xmlns:p166="http://schemas.microsoft.com/office/powerpoint/2016/6/main">
                        <a:blip r:embed="rId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3046264" y="1024752"/>
                          <a:ext cx="3481070" cy="1958102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summaryZmObj sectionId="{EBFA0A38-8E55-4820-81DE-129F3D524CA5}" offsetFactorX="-64561" offsetFactorY="4620" scaleFactorX="69208" scaleFactorY="69208">
                    <psuz:zmPr id="{3577934D-8ED7-447E-9924-30045D81CAEF}" transitionDur="1000">
                      <p166:blipFill xmlns:p166="http://schemas.microsoft.com/office/powerpoint/2016/6/main">
                        <a:blip r:embed="rId4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2632869"/>
                          <a:ext cx="2409188" cy="1355168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summaryZmObj sectionId="{62B52363-06D5-4626-BAC2-6FA8538CB2CC}" offsetFactorX="50172" offsetFactorY="-102553" scaleFactorX="87864" scaleFactorY="87864">
                    <psuz:zmPr id="{3A65F329-125B-4AD0-B61E-9CE10AF8B303}" transitionDur="1000">
                      <p166:blipFill xmlns:p166="http://schemas.microsoft.com/office/powerpoint/2016/6/main">
                        <a:blip r:embed="rId5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7280817" y="351668"/>
                          <a:ext cx="3058614" cy="172047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gridLayout/>
                </psuz:summaryZm>
              </a:graphicData>
            </a:graphic>
          </p:graphicFrame>
        </mc:Choice>
        <mc:Fallback>
          <p:grpSp>
            <p:nvGrpSpPr>
              <p:cNvPr id="5" name="Zusammenfassungszoom 4">
                <a:extLst>
                  <a:ext uri="{FF2B5EF4-FFF2-40B4-BE49-F238E27FC236}">
                    <a16:creationId xmlns:a16="http://schemas.microsoft.com/office/drawing/2014/main" id="{DF75D176-76E0-F506-7EBC-0460212672DB}"/>
                  </a:ext>
                </a:extLst>
              </p:cNvPr>
              <p:cNvGrpSpPr>
                <a:grpSpLocks noGrp="1" noUngrp="1" noRot="1" noChangeAspect="1" noMove="1" noResize="1"/>
              </p:cNvGrpSpPr>
              <p:nvPr/>
            </p:nvGrpSpPr>
            <p:grpSpPr>
              <a:xfrm>
                <a:off x="838200" y="1690688"/>
                <a:ext cx="10515600" cy="4351338"/>
                <a:chOff x="838200" y="1690688"/>
                <a:chExt cx="10515600" cy="4351338"/>
              </a:xfrm>
            </p:grpSpPr>
            <p:pic>
              <p:nvPicPr>
                <p:cNvPr id="18" name="Grafik 18">
                  <a:hlinkClick r:id="rId6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1055465" y="1827242"/>
                  <a:ext cx="1956183" cy="1100354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  <p:pic>
              <p:nvPicPr>
                <p:cNvPr id="19" name="Grafik 19">
                  <a:hlinkClick r:id="rId7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884464" y="2715440"/>
                  <a:ext cx="3481070" cy="1958102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  <p:pic>
              <p:nvPicPr>
                <p:cNvPr id="20" name="Grafik 20">
                  <a:hlinkClick r:id="rId8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838200" y="4323557"/>
                  <a:ext cx="2409188" cy="1355168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  <p:pic>
              <p:nvPicPr>
                <p:cNvPr id="21" name="Grafik 21">
                  <a:hlinkClick r:id="rId9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119017" y="2042356"/>
                  <a:ext cx="3058614" cy="1720470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</p:grpSp>
        </mc:Fallback>
      </mc:AlternateContent>
      <p:pic>
        <p:nvPicPr>
          <p:cNvPr id="6" name="Grafik 5">
            <a:extLst>
              <a:ext uri="{FF2B5EF4-FFF2-40B4-BE49-F238E27FC236}">
                <a16:creationId xmlns:a16="http://schemas.microsoft.com/office/drawing/2014/main" id="{C579EE9D-565A-3154-2C2D-320482FCDE8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53724" y="4898971"/>
            <a:ext cx="1577130" cy="958315"/>
          </a:xfrm>
          <a:prstGeom prst="rect">
            <a:avLst/>
          </a:prstGeom>
        </p:spPr>
      </p:pic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BA233532-59B3-53BF-4F20-1DEC55224179}"/>
              </a:ext>
            </a:extLst>
          </p:cNvPr>
          <p:cNvCxnSpPr/>
          <p:nvPr/>
        </p:nvCxnSpPr>
        <p:spPr>
          <a:xfrm>
            <a:off x="3087149" y="2382473"/>
            <a:ext cx="604007" cy="2684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B55A9F03-D764-F1D0-B7A4-50C261D17433}"/>
              </a:ext>
            </a:extLst>
          </p:cNvPr>
          <p:cNvCxnSpPr>
            <a:cxnSpLocks/>
          </p:cNvCxnSpPr>
          <p:nvPr/>
        </p:nvCxnSpPr>
        <p:spPr>
          <a:xfrm flipH="1">
            <a:off x="3296873" y="4446165"/>
            <a:ext cx="47397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499FF18D-540E-F2EB-55B3-A9DEA9B68BD2}"/>
              </a:ext>
            </a:extLst>
          </p:cNvPr>
          <p:cNvCxnSpPr>
            <a:cxnSpLocks/>
          </p:cNvCxnSpPr>
          <p:nvPr/>
        </p:nvCxnSpPr>
        <p:spPr>
          <a:xfrm>
            <a:off x="7407479" y="2936147"/>
            <a:ext cx="62078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BFF1D6DC-6206-BC35-E99C-1F9B5F498F3C}"/>
              </a:ext>
            </a:extLst>
          </p:cNvPr>
          <p:cNvCxnSpPr>
            <a:cxnSpLocks/>
          </p:cNvCxnSpPr>
          <p:nvPr/>
        </p:nvCxnSpPr>
        <p:spPr>
          <a:xfrm>
            <a:off x="9521504" y="3866357"/>
            <a:ext cx="0" cy="914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98120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40E892A4-26F7-EBC7-43BF-04859B0883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1325" y="1525420"/>
            <a:ext cx="6229350" cy="3781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81834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40E892A4-26F7-EBC7-43BF-04859B0883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1325" y="1525420"/>
            <a:ext cx="6229350" cy="3781425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09E65F95-F131-2716-1408-585ACB55CF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1325" y="1538287"/>
            <a:ext cx="6229350" cy="3781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40024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40E892A4-26F7-EBC7-43BF-04859B0883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1325" y="1525420"/>
            <a:ext cx="6229350" cy="3781425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09E65F95-F131-2716-1408-585ACB55CF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1325" y="1538287"/>
            <a:ext cx="6229350" cy="3781425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354774FE-B975-7A80-5296-A31143CF669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1325" y="1538287"/>
            <a:ext cx="6229350" cy="3781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55275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40E892A4-26F7-EBC7-43BF-04859B0883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1325" y="1525420"/>
            <a:ext cx="6229350" cy="3781425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09E65F95-F131-2716-1408-585ACB55CF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1325" y="1538287"/>
            <a:ext cx="6229350" cy="3781425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354774FE-B975-7A80-5296-A31143CF669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1325" y="1538287"/>
            <a:ext cx="6229350" cy="3781425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870F1B8F-F4FA-4533-453A-B74D0956089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1325" y="1538287"/>
            <a:ext cx="6229350" cy="3781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74409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40E892A4-26F7-EBC7-43BF-04859B0883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1325" y="1525420"/>
            <a:ext cx="6229350" cy="3781425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09E65F95-F131-2716-1408-585ACB55CF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1325" y="1538287"/>
            <a:ext cx="6229350" cy="3781425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354774FE-B975-7A80-5296-A31143CF669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1325" y="1538287"/>
            <a:ext cx="6229350" cy="3781425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870F1B8F-F4FA-4533-453A-B74D0956089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1325" y="1538287"/>
            <a:ext cx="6229350" cy="3781425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B0D6BABF-A824-9F2B-B40F-BB9239C138F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1325" y="1538287"/>
            <a:ext cx="6229350" cy="3781425"/>
          </a:xfrm>
          <a:prstGeom prst="rect">
            <a:avLst/>
          </a:prstGeom>
        </p:spPr>
      </p:pic>
      <p:pic>
        <p:nvPicPr>
          <p:cNvPr id="12" name="Grafik 11" descr="Ein Bild, das Text enthält.&#10;&#10;Automatisch generierte Beschreibung">
            <a:extLst>
              <a:ext uri="{FF2B5EF4-FFF2-40B4-BE49-F238E27FC236}">
                <a16:creationId xmlns:a16="http://schemas.microsoft.com/office/drawing/2014/main" id="{13E66A6D-6383-CAE1-E7A3-38C57A6E9AD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1325" y="1538287"/>
            <a:ext cx="6229350" cy="3781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28555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 descr="Ein Bild, das draußen, Tag enthält.&#10;&#10;Automatisch generierte Beschreibung">
            <a:extLst>
              <a:ext uri="{FF2B5EF4-FFF2-40B4-BE49-F238E27FC236}">
                <a16:creationId xmlns:a16="http://schemas.microsoft.com/office/drawing/2014/main" id="{522DEB69-EF29-341A-E041-359B2BCC7B7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855" r="-1" b="-1"/>
          <a:stretch/>
        </p:blipFill>
        <p:spPr>
          <a:xfrm>
            <a:off x="-5063" y="0"/>
            <a:ext cx="12191695" cy="6858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A32E3BAA-E54D-086C-7887-2C79EBEFD0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68" y="2098872"/>
            <a:ext cx="3797450" cy="2014116"/>
          </a:xfrm>
        </p:spPr>
        <p:txBody>
          <a:bodyPr anchor="b">
            <a:normAutofit/>
          </a:bodyPr>
          <a:lstStyle/>
          <a:p>
            <a:r>
              <a:rPr lang="en-DE" sz="4000" dirty="0">
                <a:solidFill>
                  <a:srgbClr val="FFFF00"/>
                </a:solidFill>
              </a:rPr>
              <a:t>MOBY</a:t>
            </a:r>
            <a:endParaRPr lang="de-CH" sz="4000" dirty="0">
              <a:solidFill>
                <a:srgbClr val="FFFF00"/>
              </a:solidFill>
            </a:endParaRP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6BE8A62-1AF3-F1AD-8B13-814144CB4F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9931" y="4112988"/>
            <a:ext cx="3068324" cy="738402"/>
          </a:xfrm>
        </p:spPr>
        <p:txBody>
          <a:bodyPr anchor="t">
            <a:normAutofit/>
          </a:bodyPr>
          <a:lstStyle/>
          <a:p>
            <a:r>
              <a:rPr lang="en-DE" sz="1800" dirty="0">
                <a:solidFill>
                  <a:srgbClr val="FFFF00"/>
                </a:solidFill>
              </a:rPr>
              <a:t>DHBW </a:t>
            </a:r>
            <a:r>
              <a:rPr lang="en-DE" sz="1800" dirty="0" err="1">
                <a:solidFill>
                  <a:srgbClr val="FFFF00"/>
                </a:solidFill>
              </a:rPr>
              <a:t>RideShare</a:t>
            </a:r>
            <a:endParaRPr lang="de-CH" sz="1800" dirty="0">
              <a:solidFill>
                <a:srgbClr val="FFFF00"/>
              </a:solidFill>
            </a:endParaRP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0BAAE848-FCD1-5B76-879D-EECC383C916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05" r="1" b="1"/>
          <a:stretch/>
        </p:blipFill>
        <p:spPr>
          <a:xfrm>
            <a:off x="394901" y="242613"/>
            <a:ext cx="3018384" cy="2785813"/>
          </a:xfrm>
          <a:custGeom>
            <a:avLst/>
            <a:gdLst/>
            <a:ahLst/>
            <a:cxnLst/>
            <a:rect l="l" t="t" r="r" b="b"/>
            <a:pathLst>
              <a:path w="2442835" h="2236365">
                <a:moveTo>
                  <a:pt x="1178694" y="0"/>
                </a:moveTo>
                <a:cubicBezTo>
                  <a:pt x="1426542" y="0"/>
                  <a:pt x="1608393" y="124353"/>
                  <a:pt x="1857551" y="314024"/>
                </a:cubicBezTo>
                <a:cubicBezTo>
                  <a:pt x="1885386" y="335216"/>
                  <a:pt x="1913222" y="356156"/>
                  <a:pt x="1940168" y="376379"/>
                </a:cubicBezTo>
                <a:cubicBezTo>
                  <a:pt x="2086213" y="486125"/>
                  <a:pt x="2224133" y="589796"/>
                  <a:pt x="2315923" y="702353"/>
                </a:cubicBezTo>
                <a:cubicBezTo>
                  <a:pt x="2403676" y="809955"/>
                  <a:pt x="2442835" y="917915"/>
                  <a:pt x="2442835" y="1052431"/>
                </a:cubicBezTo>
                <a:cubicBezTo>
                  <a:pt x="2442835" y="1389589"/>
                  <a:pt x="2341663" y="1692735"/>
                  <a:pt x="2157925" y="1906050"/>
                </a:cubicBezTo>
                <a:cubicBezTo>
                  <a:pt x="2068023" y="2010385"/>
                  <a:pt x="1960192" y="2091482"/>
                  <a:pt x="1837422" y="2147045"/>
                </a:cubicBezTo>
                <a:cubicBezTo>
                  <a:pt x="1706420" y="2206285"/>
                  <a:pt x="1558592" y="2236365"/>
                  <a:pt x="1397973" y="2236365"/>
                </a:cubicBezTo>
                <a:cubicBezTo>
                  <a:pt x="1227656" y="2236365"/>
                  <a:pt x="1055033" y="2204038"/>
                  <a:pt x="885082" y="2140253"/>
                </a:cubicBezTo>
                <a:cubicBezTo>
                  <a:pt x="719588" y="2078255"/>
                  <a:pt x="562062" y="1986944"/>
                  <a:pt x="429436" y="1876226"/>
                </a:cubicBezTo>
                <a:cubicBezTo>
                  <a:pt x="294504" y="1763618"/>
                  <a:pt x="188455" y="1635487"/>
                  <a:pt x="114279" y="1495506"/>
                </a:cubicBezTo>
                <a:cubicBezTo>
                  <a:pt x="38477" y="1352411"/>
                  <a:pt x="0" y="1203340"/>
                  <a:pt x="0" y="1052431"/>
                </a:cubicBezTo>
                <a:cubicBezTo>
                  <a:pt x="0" y="900449"/>
                  <a:pt x="61386" y="811692"/>
                  <a:pt x="189137" y="641019"/>
                </a:cubicBezTo>
                <a:cubicBezTo>
                  <a:pt x="219961" y="599856"/>
                  <a:pt x="251833" y="557266"/>
                  <a:pt x="284438" y="510435"/>
                </a:cubicBezTo>
                <a:cubicBezTo>
                  <a:pt x="533598" y="152646"/>
                  <a:pt x="801051" y="0"/>
                  <a:pt x="1178694" y="0"/>
                </a:cubicBezTo>
                <a:close/>
              </a:path>
            </a:pathLst>
          </a:custGeom>
        </p:spPr>
      </p:pic>
      <p:pic>
        <p:nvPicPr>
          <p:cNvPr id="7" name="Grafik 6" descr="Ein Bild, das Hund, draußen, Himmel, Spiegel enthält.&#10;&#10;Automatisch generierte Beschreibung">
            <a:extLst>
              <a:ext uri="{FF2B5EF4-FFF2-40B4-BE49-F238E27FC236}">
                <a16:creationId xmlns:a16="http://schemas.microsoft.com/office/drawing/2014/main" id="{14FAFC67-B24C-6F01-0EAA-8B884172D00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229" r="13934" b="5"/>
          <a:stretch/>
        </p:blipFill>
        <p:spPr>
          <a:xfrm>
            <a:off x="6985920" y="4209323"/>
            <a:ext cx="2438717" cy="2265923"/>
          </a:xfrm>
          <a:custGeom>
            <a:avLst/>
            <a:gdLst/>
            <a:ahLst/>
            <a:cxnLst/>
            <a:rect l="l" t="t" r="r" b="b"/>
            <a:pathLst>
              <a:path w="2442835" h="2236365">
                <a:moveTo>
                  <a:pt x="1044862" y="0"/>
                </a:moveTo>
                <a:cubicBezTo>
                  <a:pt x="1215179" y="0"/>
                  <a:pt x="1387802" y="32328"/>
                  <a:pt x="1557753" y="96112"/>
                </a:cubicBezTo>
                <a:cubicBezTo>
                  <a:pt x="1723247" y="158111"/>
                  <a:pt x="1880773" y="249422"/>
                  <a:pt x="2013399" y="360139"/>
                </a:cubicBezTo>
                <a:cubicBezTo>
                  <a:pt x="2148332" y="472747"/>
                  <a:pt x="2254380" y="600878"/>
                  <a:pt x="2328556" y="740859"/>
                </a:cubicBezTo>
                <a:cubicBezTo>
                  <a:pt x="2404358" y="883954"/>
                  <a:pt x="2442835" y="1033026"/>
                  <a:pt x="2442835" y="1183934"/>
                </a:cubicBezTo>
                <a:cubicBezTo>
                  <a:pt x="2442835" y="1335916"/>
                  <a:pt x="2381449" y="1424674"/>
                  <a:pt x="2253698" y="1595346"/>
                </a:cubicBezTo>
                <a:cubicBezTo>
                  <a:pt x="2222875" y="1636509"/>
                  <a:pt x="2191002" y="1679100"/>
                  <a:pt x="2158397" y="1725930"/>
                </a:cubicBezTo>
                <a:cubicBezTo>
                  <a:pt x="1909237" y="2083719"/>
                  <a:pt x="1641784" y="2236365"/>
                  <a:pt x="1264141" y="2236365"/>
                </a:cubicBezTo>
                <a:cubicBezTo>
                  <a:pt x="1016293" y="2236365"/>
                  <a:pt x="834443" y="2112012"/>
                  <a:pt x="585284" y="1922342"/>
                </a:cubicBezTo>
                <a:cubicBezTo>
                  <a:pt x="557449" y="1901149"/>
                  <a:pt x="529613" y="1880210"/>
                  <a:pt x="502667" y="1859987"/>
                </a:cubicBezTo>
                <a:cubicBezTo>
                  <a:pt x="356623" y="1750240"/>
                  <a:pt x="218702" y="1646569"/>
                  <a:pt x="126912" y="1534012"/>
                </a:cubicBezTo>
                <a:cubicBezTo>
                  <a:pt x="39159" y="1426410"/>
                  <a:pt x="0" y="1318451"/>
                  <a:pt x="0" y="1183934"/>
                </a:cubicBezTo>
                <a:cubicBezTo>
                  <a:pt x="0" y="846776"/>
                  <a:pt x="101173" y="543630"/>
                  <a:pt x="284911" y="330315"/>
                </a:cubicBezTo>
                <a:cubicBezTo>
                  <a:pt x="374812" y="225981"/>
                  <a:pt x="482643" y="144883"/>
                  <a:pt x="605414" y="89320"/>
                </a:cubicBezTo>
                <a:cubicBezTo>
                  <a:pt x="736415" y="30080"/>
                  <a:pt x="884243" y="0"/>
                  <a:pt x="1044862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6458811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</Words>
  <Application>Microsoft Office PowerPoint</Application>
  <PresentationFormat>Breitbild</PresentationFormat>
  <Paragraphs>7</Paragraphs>
  <Slides>9</Slides>
  <Notes>0</Notes>
  <HiddenSlides>2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9</vt:i4>
      </vt:variant>
    </vt:vector>
  </HeadingPairs>
  <TitlesOfParts>
    <vt:vector size="14" baseType="lpstr">
      <vt:lpstr>Meiryo</vt:lpstr>
      <vt:lpstr>Arial</vt:lpstr>
      <vt:lpstr>Calibri</vt:lpstr>
      <vt:lpstr>Calibri Light</vt:lpstr>
      <vt:lpstr>Office</vt:lpstr>
      <vt:lpstr>MOBY</vt:lpstr>
      <vt:lpstr>MOBY</vt:lpstr>
      <vt:lpstr>MOBY – DHBW RideShare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MOBY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MOBY</dc:title>
  <dc:creator>Anna-Lena Vischer</dc:creator>
  <cp:lastModifiedBy>Anna-Lena Vischer</cp:lastModifiedBy>
  <cp:revision>1</cp:revision>
  <dcterms:created xsi:type="dcterms:W3CDTF">2023-01-26T09:37:22Z</dcterms:created>
  <dcterms:modified xsi:type="dcterms:W3CDTF">2023-01-26T10:12:06Z</dcterms:modified>
</cp:coreProperties>
</file>